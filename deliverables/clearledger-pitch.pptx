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9d7c3e4ebd4ec1" /><Relationship Type="http://schemas.openxmlformats.org/officeDocument/2006/relationships/extended-properties" Target="/docProps/app.xml" Id="R0520c1ffcdc84b39" /><Relationship Type="http://schemas.openxmlformats.org/officeDocument/2006/relationships/officeDocument" Target="/ppt/presentation.xml" Id="R87debf0c407544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c785a01dc4819"/>
  </p:sldMasterIdLst>
  <p:notesMasterIdLst>
    <p:notesMasterId xmlns:r="http://schemas.openxmlformats.org/officeDocument/2006/relationships" r:id="R9e4f3112c7f348fa"/>
  </p:notesMasterIdLst>
  <p:sldIdLst>
    <p:sldId xmlns:r="http://schemas.openxmlformats.org/officeDocument/2006/relationships" id="256" r:id="R145e194ac60246a7"/>
    <p:sldId xmlns:r="http://schemas.openxmlformats.org/officeDocument/2006/relationships" id="257" r:id="Rfa158aea627249ac"/>
    <p:sldId xmlns:r="http://schemas.openxmlformats.org/officeDocument/2006/relationships" id="258" r:id="Rfcab2ffdef7a42fb"/>
    <p:sldId xmlns:r="http://schemas.openxmlformats.org/officeDocument/2006/relationships" id="259" r:id="Re41d13c7d9024155"/>
    <p:sldId xmlns:r="http://schemas.openxmlformats.org/officeDocument/2006/relationships" id="260" r:id="R2cd91f85f309468c"/>
    <p:sldId xmlns:r="http://schemas.openxmlformats.org/officeDocument/2006/relationships" id="261" r:id="Rcf5ec700f8104f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769d12c8f94eee" /><Relationship Type="http://schemas.openxmlformats.org/officeDocument/2006/relationships/slideMaster" Target="/ppt/slideMasters/slideMaster1.xml" Id="R892c785a01dc4819" /><Relationship Type="http://schemas.openxmlformats.org/officeDocument/2006/relationships/notesMaster" Target="/ppt/notesMasters/notesMaster1.xml" Id="R9e4f3112c7f348fa" /><Relationship Type="http://schemas.openxmlformats.org/officeDocument/2006/relationships/presProps" Target="/ppt/presProps.xml" Id="Rcc0b100c4a764e25" /><Relationship Type="http://schemas.openxmlformats.org/officeDocument/2006/relationships/tableStyles" Target="/ppt/tableStyles.xml" Id="R17437ff7fa344d10" /><Relationship Type="http://schemas.openxmlformats.org/officeDocument/2006/relationships/slide" Target="/ppt/slides/slide1.xml" Id="R145e194ac60246a7" /><Relationship Type="http://schemas.openxmlformats.org/officeDocument/2006/relationships/slide" Target="/ppt/slides/slide2.xml" Id="Rfa158aea627249ac" /><Relationship Type="http://schemas.openxmlformats.org/officeDocument/2006/relationships/slide" Target="/ppt/slides/slide3.xml" Id="Rfcab2ffdef7a42fb" /><Relationship Type="http://schemas.openxmlformats.org/officeDocument/2006/relationships/slide" Target="/ppt/slides/slide4.xml" Id="Re41d13c7d9024155" /><Relationship Type="http://schemas.openxmlformats.org/officeDocument/2006/relationships/slide" Target="/ppt/slides/slide5.xml" Id="R2cd91f85f309468c" /><Relationship Type="http://schemas.openxmlformats.org/officeDocument/2006/relationships/slide" Target="/ppt/slides/slide6.xml" Id="Rcf5ec700f8104f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f44b1ffff41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910e4f70ac4788" /><Relationship Type="http://schemas.openxmlformats.org/officeDocument/2006/relationships/notesMaster" Target="/ppt/notesMasters/notesMaster1.xml" Id="R5cccf656a98b40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ba67d561eb4e74" /><Relationship Type="http://schemas.openxmlformats.org/officeDocument/2006/relationships/notesMaster" Target="/ppt/notesMasters/notesMaster1.xml" Id="R803ce91db30a4b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17fc045bf04a58" /><Relationship Type="http://schemas.openxmlformats.org/officeDocument/2006/relationships/notesMaster" Target="/ppt/notesMasters/notesMaster1.xml" Id="Rfadad0370fa84d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021714e5a24ae2" /><Relationship Type="http://schemas.openxmlformats.org/officeDocument/2006/relationships/notesMaster" Target="/ppt/notesMasters/notesMaster1.xml" Id="R03314504b503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c115f53d384d81" /><Relationship Type="http://schemas.openxmlformats.org/officeDocument/2006/relationships/notesMaster" Target="/ppt/notesMasters/notesMaster1.xml" Id="Raf176497474d49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59d79d75204b95" /><Relationship Type="http://schemas.openxmlformats.org/officeDocument/2006/relationships/notesMaster" Target="/ppt/notesMasters/notesMaster1.xml" Id="R0bad09a4082b47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https://cleanverse.com/hackathon — hackathon scope, CVI/CVA capabilities, judging criteria, and schedule (accessed 2026-08-03)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with the outcome: ClearLedger turns a verified commercial obligation into a financeable asset without separating compliance from settlement.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https://cleanverse.com/hackathon — hackathon scope, CVI/CVA capabilities, judging criteria, and schedule (accessed 2026-08-03)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the gap as infrastructure, not paperwork: an invoice token is useful only when participants, transfer rights, and settlement are verifiable.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https://cleanverse.com/hackathon — hackathon scope, CVI/CVA capabilities, judging criteria, and schedule (accessed 2026-08-03)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Emphasize that CVI and CVA are not a login badge and payment button. They determine who can participate, what can move, and how settlement completes.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https://cleanverse.com/hackathon — hackathon scope, CVI/CVA capabilities, judging criteria, and schedule (accessed 2026-08-03)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left to right. The demo includes a deliberately rejected transfer between financing and settlement so reviewers can see rule enforcement, not just a happy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https://cleanverse.com/hackathon — hackathon scope, CVI/CVA capabilities, judging criteria, and schedule (accessed 2026-08-03)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scope disciplined: one deployed chain, one complete financing lifecycle, deterministic demo accounts, tests, a public repository, and a short demo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https://cleanverse.com/hackathon — hackathon scope, CVI/CVA capabilities, judging criteria, and schedule (accessed 2026-08-03)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on the decision: approve the application and issue sandbox access so the team can deliver the vertical slice during the official build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6d8ba926341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cdf794b4594433" /><Relationship Type="http://schemas.openxmlformats.org/officeDocument/2006/relationships/slideLayout" Target="/ppt/slideLayouts/slideLayout1.xml" Id="Rf3e489aa399c41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489aa399c41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a7e9dcddb4227" /><Relationship Type="http://schemas.openxmlformats.org/officeDocument/2006/relationships/notesSlide" Target="/ppt/notesSlides/notesSlide1.xml" Id="R4648bea628c043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41602e9ef4c32" /><Relationship Type="http://schemas.openxmlformats.org/officeDocument/2006/relationships/image" Target="/ppt/media/image.png" Id="Rfd42fbc1f1d04f13" /><Relationship Type="http://schemas.openxmlformats.org/officeDocument/2006/relationships/notesSlide" Target="/ppt/notesSlides/notesSlide2.xml" Id="Rc0746381d3b64b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3966154e04c29" /><Relationship Type="http://schemas.openxmlformats.org/officeDocument/2006/relationships/notesSlide" Target="/ppt/notesSlides/notesSlide3.xml" Id="R4899db5ea52a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3d1f6596444ae" /><Relationship Type="http://schemas.openxmlformats.org/officeDocument/2006/relationships/notesSlide" Target="/ppt/notesSlides/notesSlide4.xml" Id="Rd94d8ea62c3d4f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87db71fb74d71" /><Relationship Type="http://schemas.openxmlformats.org/officeDocument/2006/relationships/notesSlide" Target="/ppt/notesSlides/notesSlide5.xml" Id="R715e21bbdf284b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d44c3156a403f" /><Relationship Type="http://schemas.openxmlformats.org/officeDocument/2006/relationships/notesSlide" Target="/ppt/notesSlides/notesSlide6.xml" Id="R736ec445265341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FCFA128-1ABC-40E5-83D8-9580FCDC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ClearLedger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994A220-4CA3-4917-90B6-87109ED7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Verified invoices. Programmable liquidity.
Compliance built into every transfer.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98703B4-EA1B-4F76-ADF6-061674AF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CLEANVERSE BUILD · RWA TRACK</a:t>
            </a:r>
          </a:p>
        </p:txBody>
      </p:sp>
    </p:spTree>
    <p:extLst>
      <p:ext uri="{BB962C8B-B14F-4D97-AF65-F5344CB8AC3E}">
        <p14:creationId xmlns:p14="http://schemas.microsoft.com/office/powerpoint/2010/main" val="10584858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93C4686-ED82-44B7-BC3E-35769A54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6C0A0A5-E95A-4E96-924F-33D9C30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Tokens do not prove invoices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610F63AC-9CD7-4C72-860E-84CD69A5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2fbc1f1d04f13"/>
          <a:srcRect xmlns:a="http://schemas.openxmlformats.org/drawingml/2006/main" l="22173" t="0" r="221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E489680-A3C2-4CBF-94C8-7CC1ACFC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A token does not prove the invoice behind it.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Suppliers wait for cash. Liquidity providers cannot reliably verify the parties, the obligation, or who may hold the position. Compliance checks arrive too late—after issuance or settlement.</a:t>
            </a:r>
          </a:p>
        </p:txBody>
      </p:sp>
    </p:spTree>
    <p:extLst>
      <p:ext uri="{BB962C8B-B14F-4D97-AF65-F5344CB8AC3E}">
        <p14:creationId xmlns:p14="http://schemas.microsoft.com/office/powerpoint/2010/main" val="9373382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A606DA6-61E1-419D-8FA0-E542C36F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B734B67-8CF5-4418-8A55-FDC7329C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ClearLedger makes compliance part of the asset lifecycle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B6EF774-BD05-4C57-93A9-AFCA277F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CVI verifies the actors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Supplier, buyer, and liquidity-provider wallets must satisfy the required identity and eligibility policy before they enter the flow.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C63C7898-CAD7-4BBA-9465-8B19395B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CVA settles the lifecycle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Funding and repayment use the verified asset layer, while rule checks reject an ineligible transfer before value moves.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14BF51C-441C-4ED4-B95F-667BDB9C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The invoice becomes an RWA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Buyer confirmation, amount, maturity, status, and policy references define one auditable financing position.</a:t>
            </a:r>
          </a:p>
        </p:txBody>
      </p:sp>
    </p:spTree>
    <p:extLst>
      <p:ext uri="{BB962C8B-B14F-4D97-AF65-F5344CB8AC3E}">
        <p14:creationId xmlns:p14="http://schemas.microsoft.com/office/powerpoint/2010/main" val="1242643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0ABA10F-A52B-4D41-9C7F-0B209F50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478B474-5126-4BA0-A1F0-39627B91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Every critical action is verified before value moves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2E855F5-7C5E-4D4F-9520-F79021CE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9D7F3F3-73A7-44F6-8F05-8AFEECBC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7464897-6A66-4C0B-BF0C-57B99BCE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6B2A49A-BAA6-4C11-9BC0-0EC9227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· VERIFY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17FC15C-A3FD-4E80-A66C-CE7A21D6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· FINANCE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2FE0158-2645-460D-A9CA-AFB79694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· SETTLE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BC5BC17-D233-45BE-B3B4-6D7623E1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Gate the liquidity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Eligible providers fund with CVA; transfer rules stay attached to the position.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7015EBE-93EC-4969-99D9-BE4979CF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Confirm the obligation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CVI checks supplier and buyer; the buyer confirms the invoice record.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B3C2CEE-AA64-4221-B548-354908DA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Repay with evidence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CVA repayment closes the lifecycle and produces an audit-ready trail.</a:t>
            </a:r>
          </a:p>
        </p:txBody>
      </p:sp>
    </p:spTree>
    <p:extLst>
      <p:ext uri="{BB962C8B-B14F-4D97-AF65-F5344CB8AC3E}">
        <p14:creationId xmlns:p14="http://schemas.microsoft.com/office/powerpoint/2010/main" val="20755479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72E7028-3B0D-4661-9692-1DE880CF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06596D5-412A-4E24-B131-171C341F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A complete pilot fits inside the 48-hour build window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D5A2AA4-069A-43FB-A174-B67D43AE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Issue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Create and confirm one invoice-backed position with policy references.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761F7D0-DB71-46F6-9F21-07AA46A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Fund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Let an eligible liquidity provider finance it with CVA.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D919306-9F72-4CC7-ADD5-03FC8657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Reject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Prove an ineligible transfer fails before settlement.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5B86CE4-CDC4-4048-A4CA-EAA2D94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Settle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Repay, distribute proceeds, and display the audit trail.</a:t>
            </a:r>
          </a:p>
        </p:txBody>
      </p:sp>
    </p:spTree>
    <p:extLst>
      <p:ext uri="{BB962C8B-B14F-4D97-AF65-F5344CB8AC3E}">
        <p14:creationId xmlns:p14="http://schemas.microsoft.com/office/powerpoint/2010/main" val="16249704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5A1F195-07B5-4D0D-8281-BEC734D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Pilot-ready by August 9.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44A748E-ADE2-47EE-AD75-E3A81BF9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739"/>
                </a:solidFill>
                <a:latin typeface="Helvetica Neue"/>
                <a:ea typeface="Helvetica Neue"/>
                <a:cs typeface="Helvetica Neue"/>
              </a:rPr>
              <a:t>RWA track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CVI + CVA at the core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One auditable lifecycle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D65BD47-5FDC-4101-BE65-3C2A95E7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CLEAREDGER</a:t>
            </a:r>
          </a:p>
        </p:txBody>
      </p:sp>
    </p:spTree>
    <p:extLst>
      <p:ext uri="{BB962C8B-B14F-4D97-AF65-F5344CB8AC3E}">
        <p14:creationId xmlns:p14="http://schemas.microsoft.com/office/powerpoint/2010/main" val="1481307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2026-08-03T19:23:45.6020000Z</dcterms:created>
  <dcterms:modified xsi:type="dcterms:W3CDTF">2026-08-03T19:23:45.6020000Z</dcterms:modified>
</coreProperties>
</file>